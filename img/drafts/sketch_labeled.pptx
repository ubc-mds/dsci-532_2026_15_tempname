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786"/>
    <p:restoredTop sz="94678"/>
  </p:normalViewPr>
  <p:slideViewPr>
    <p:cSldViewPr snapToGrid="0">
      <p:cViewPr varScale="1">
        <p:scale>
          <a:sx n="129" d="100"/>
          <a:sy n="129" d="100"/>
        </p:scale>
        <p:origin x="1600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16682E-4198-47E6-F328-CC73AD8796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42E16-61A2-D7A5-39D7-FA4EF4C7C2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2B7A29-0170-6298-329F-659A5155F6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4A9FC-612A-7C4D-8B10-028F70A1DB6E}" type="datetimeFigureOut">
              <a:rPr lang="en-US" smtClean="0"/>
              <a:t>2/13/26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0296EC-04B9-EA74-C69E-0ADBE46B5C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BAA626-613D-5FE7-7EC9-184D1930D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67C83-CA61-3343-B484-62C435FE5E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68678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575F7C-4AB8-F45C-539D-6C28623DC1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1AD59D-B6B1-BFE4-D53F-E8BD169D57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EB0CF0-00B9-B77D-62FD-36F925C7C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4A9FC-612A-7C4D-8B10-028F70A1DB6E}" type="datetimeFigureOut">
              <a:rPr lang="en-US" smtClean="0"/>
              <a:t>2/13/26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F099C3-F375-B1F9-4124-E38934EDAA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E25C6B-F12C-30AF-8A34-DB61B8E026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67C83-CA61-3343-B484-62C435FE5E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7011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6FA829-7ACF-C279-4212-557EFD5454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FCF524-FBC1-3C46-13FD-FF6DDAF0B7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EC88A0-C588-E5E7-9805-6B5337B547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4A9FC-612A-7C4D-8B10-028F70A1DB6E}" type="datetimeFigureOut">
              <a:rPr lang="en-US" smtClean="0"/>
              <a:t>2/13/26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8E1F3D-D95B-B324-43B6-E253B72B76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B24739-F69D-FF19-BEE5-289AAC4B3D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67C83-CA61-3343-B484-62C435FE5E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98641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055D90-6B41-2B6C-7238-E2B872BB39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301C81-F730-CC76-117D-0720B4064F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C927B3-20DD-FED2-D649-BC10B466FD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F000D9-94B5-0F46-EF9F-3954B67031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4A9FC-612A-7C4D-8B10-028F70A1DB6E}" type="datetimeFigureOut">
              <a:rPr lang="en-US" smtClean="0"/>
              <a:t>2/13/26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9ADBD5-96B9-7AFD-CBB8-1D17B698E9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3EBE9A-B0F8-8B2C-983A-AD4C2D641E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67C83-CA61-3343-B484-62C435FE5E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17632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B6CD50-E121-9B81-2CFB-E379D4C7D9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29577E-83EB-044B-E334-A1E782ACE6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658705-B34E-46BF-28F7-5B6709ECEA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0751486-F193-B401-F6DC-D7B7822BB2B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6C70001-26E0-631E-2838-B2F71215B80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EB52C76-D8B8-FC59-416A-715285EEF4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4A9FC-612A-7C4D-8B10-028F70A1DB6E}" type="datetimeFigureOut">
              <a:rPr lang="en-US" smtClean="0"/>
              <a:t>2/13/26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54DA51A-263C-2147-39AB-B3207C8335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5DBC399-68B0-048F-3BB0-3A99F19B7E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67C83-CA61-3343-B484-62C435FE5E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3941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1F9AB-2D7C-FFAB-C8B1-E6B5D1AEF5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57AE3C3-7CEA-643B-C696-526F1DF7E2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4A9FC-612A-7C4D-8B10-028F70A1DB6E}" type="datetimeFigureOut">
              <a:rPr lang="en-US" smtClean="0"/>
              <a:t>2/13/26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F588609-30B5-0A80-3FC9-2242AE7BFE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CAA633-751B-1922-DEA4-7FE8603A91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67C83-CA61-3343-B484-62C435FE5E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54194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17E37DA-A660-8ED0-98CF-F578319C9F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4A9FC-612A-7C4D-8B10-028F70A1DB6E}" type="datetimeFigureOut">
              <a:rPr lang="en-US" smtClean="0"/>
              <a:t>2/13/26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E312C50-D919-AA58-5D40-ECB614131C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5DA431-F43B-5F49-6269-B73143B53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67C83-CA61-3343-B484-62C435FE5E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17868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167D3E-B1CE-BB62-F334-1943A2E134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506FC0-1322-4909-A3F5-83F9006825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EA9878-96F4-99BD-E5DD-FEAA4DD6ED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3A74C5-6F1D-1ED7-307F-038ED0F4D3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4A9FC-612A-7C4D-8B10-028F70A1DB6E}" type="datetimeFigureOut">
              <a:rPr lang="en-US" smtClean="0"/>
              <a:t>2/13/26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9304F4-8B57-BEE7-AD66-A72BE8FA5A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20373B-CFE5-9CEC-817A-CEDD174BC6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67C83-CA61-3343-B484-62C435FE5E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26357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7D3995-6D6D-A3E1-E66A-B956653D6C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9D0055F-BCEC-01BB-C49E-251B8298A34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FF38F4-FB78-CF94-3FAC-70A6A18912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495F99-16F8-80FA-2B16-AB5F36C673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4A9FC-612A-7C4D-8B10-028F70A1DB6E}" type="datetimeFigureOut">
              <a:rPr lang="en-US" smtClean="0"/>
              <a:t>2/13/26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1A24F0-4C69-65AE-05F1-19B08B048A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9D835E-6BC3-88A1-2E0C-7691955F20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67C83-CA61-3343-B484-62C435FE5E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32579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13E4FD-B09D-6E0B-9B8F-FEC366A453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C19D4DD-FD19-B972-6451-5C587A747E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C6C378-3D77-56D9-1015-8E603D6143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4A9FC-612A-7C4D-8B10-028F70A1DB6E}" type="datetimeFigureOut">
              <a:rPr lang="en-US" smtClean="0"/>
              <a:t>2/13/26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E19816-CFA4-C451-1EBA-0FC44D34F6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4D7133-8A69-598F-463C-BBA870342F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67C83-CA61-3343-B484-62C435FE5E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54988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BFB94B-083E-5107-2502-91218B8AD8C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88B9E2-104C-E7D8-EF94-209BA10CB7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4650A6-1383-4058-12A7-1160F3D09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4A9FC-612A-7C4D-8B10-028F70A1DB6E}" type="datetimeFigureOut">
              <a:rPr lang="en-US" smtClean="0"/>
              <a:t>2/13/26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3F026C-4A20-060B-7C97-90436ECFD7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268FA9-98C2-A65D-1A55-A4B29A78FF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67C83-CA61-3343-B484-62C435FE5E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76053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4A0D7EA-127B-A89D-083C-FB2829A35F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BAD001-DE11-BC9C-A005-A3EFB2E147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ED64B8-07A8-3956-B369-FB5A79289E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984A9FC-612A-7C4D-8B10-028F70A1DB6E}" type="datetimeFigureOut">
              <a:rPr lang="en-US" smtClean="0"/>
              <a:t>2/13/26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E6FB6D-83B7-B066-20FF-CF37C73CA3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59EAEC-7E4C-E93F-68D7-54EC6E76B0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E67C83-CA61-3343-B484-62C435FE5E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08627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A26CBF6-9BA9-87A0-43F3-97748D03165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00" b="1451"/>
          <a:stretch>
            <a:fillRect/>
          </a:stretch>
        </p:blipFill>
        <p:spPr>
          <a:xfrm>
            <a:off x="1824130" y="701964"/>
            <a:ext cx="8543739" cy="5412509"/>
          </a:xfrm>
          <a:prstGeom prst="rect">
            <a:avLst/>
          </a:prstGeom>
        </p:spPr>
      </p:pic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179E98DE-3316-AC46-A95D-5F65AAA1EE1D}"/>
              </a:ext>
            </a:extLst>
          </p:cNvPr>
          <p:cNvSpPr/>
          <p:nvPr/>
        </p:nvSpPr>
        <p:spPr>
          <a:xfrm>
            <a:off x="1824130" y="1052945"/>
            <a:ext cx="1722634" cy="3306619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693C920-8F79-71BF-12C1-AEFFA3DF9603}"/>
              </a:ext>
            </a:extLst>
          </p:cNvPr>
          <p:cNvSpPr/>
          <p:nvPr/>
        </p:nvSpPr>
        <p:spPr>
          <a:xfrm>
            <a:off x="1824130" y="1126836"/>
            <a:ext cx="1163782" cy="29556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FILTERS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37D10CA7-3459-EE73-AC12-93AEF9BB9403}"/>
              </a:ext>
            </a:extLst>
          </p:cNvPr>
          <p:cNvSpPr/>
          <p:nvPr/>
        </p:nvSpPr>
        <p:spPr>
          <a:xfrm>
            <a:off x="1853297" y="1584910"/>
            <a:ext cx="1644073" cy="166255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SELECT REGION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0473828E-D16A-89C9-E242-5A225988DC61}"/>
              </a:ext>
            </a:extLst>
          </p:cNvPr>
          <p:cNvSpPr/>
          <p:nvPr/>
        </p:nvSpPr>
        <p:spPr>
          <a:xfrm>
            <a:off x="1853296" y="1922049"/>
            <a:ext cx="1644073" cy="166255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EDUCATION LEVEL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85E1C590-F885-C88F-6D3C-1B21804B62C1}"/>
              </a:ext>
            </a:extLst>
          </p:cNvPr>
          <p:cNvSpPr/>
          <p:nvPr/>
        </p:nvSpPr>
        <p:spPr>
          <a:xfrm>
            <a:off x="1853295" y="2283130"/>
            <a:ext cx="1644073" cy="166255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INDICATOR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5AF92D45-0E44-E884-B864-9B2633DAFCF6}"/>
              </a:ext>
            </a:extLst>
          </p:cNvPr>
          <p:cNvSpPr/>
          <p:nvPr/>
        </p:nvSpPr>
        <p:spPr>
          <a:xfrm>
            <a:off x="1853294" y="2614800"/>
            <a:ext cx="1644073" cy="166255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 dirty="0"/>
              <a:t>YEAR RANGE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123E665-5961-0A6A-DE9E-3D7A4B02E401}"/>
              </a:ext>
            </a:extLst>
          </p:cNvPr>
          <p:cNvCxnSpPr/>
          <p:nvPr/>
        </p:nvCxnSpPr>
        <p:spPr>
          <a:xfrm>
            <a:off x="1961559" y="2893591"/>
            <a:ext cx="1407319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>
            <a:extLst>
              <a:ext uri="{FF2B5EF4-FFF2-40B4-BE49-F238E27FC236}">
                <a16:creationId xmlns:a16="http://schemas.microsoft.com/office/drawing/2014/main" id="{345E37D2-0B37-555A-6321-020C427EF602}"/>
              </a:ext>
            </a:extLst>
          </p:cNvPr>
          <p:cNvSpPr/>
          <p:nvPr/>
        </p:nvSpPr>
        <p:spPr>
          <a:xfrm>
            <a:off x="2147296" y="2836441"/>
            <a:ext cx="121444" cy="1143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151BEB4C-751F-5150-C085-70C70061210D}"/>
              </a:ext>
            </a:extLst>
          </p:cNvPr>
          <p:cNvSpPr/>
          <p:nvPr/>
        </p:nvSpPr>
        <p:spPr>
          <a:xfrm>
            <a:off x="2454477" y="2836441"/>
            <a:ext cx="121444" cy="1143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highlight>
                <a:srgbClr val="FFFF00"/>
              </a:highlight>
            </a:endParaRP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645C8212-D3AD-555A-E8DB-690E49D259D3}"/>
              </a:ext>
            </a:extLst>
          </p:cNvPr>
          <p:cNvSpPr/>
          <p:nvPr/>
        </p:nvSpPr>
        <p:spPr>
          <a:xfrm>
            <a:off x="1853294" y="3048908"/>
            <a:ext cx="1644073" cy="166255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 dirty="0"/>
              <a:t>GENDER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1B1B894-67D4-E460-5C4C-E60703E06EB6}"/>
              </a:ext>
            </a:extLst>
          </p:cNvPr>
          <p:cNvSpPr/>
          <p:nvPr/>
        </p:nvSpPr>
        <p:spPr>
          <a:xfrm>
            <a:off x="1967133" y="3270569"/>
            <a:ext cx="100012" cy="9991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CE520B5-2188-3D96-AC85-EEE2B4F11B62}"/>
              </a:ext>
            </a:extLst>
          </p:cNvPr>
          <p:cNvSpPr/>
          <p:nvPr/>
        </p:nvSpPr>
        <p:spPr>
          <a:xfrm>
            <a:off x="1967133" y="3425885"/>
            <a:ext cx="100012" cy="9991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F89504B4-D904-3C6E-FF4E-CEA47625D69A}"/>
              </a:ext>
            </a:extLst>
          </p:cNvPr>
          <p:cNvSpPr/>
          <p:nvPr/>
        </p:nvSpPr>
        <p:spPr>
          <a:xfrm>
            <a:off x="2017140" y="3230202"/>
            <a:ext cx="558782" cy="166255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700" dirty="0"/>
              <a:t>MALE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7345BFCF-2989-123F-F8F2-BA4A4CB19251}"/>
              </a:ext>
            </a:extLst>
          </p:cNvPr>
          <p:cNvSpPr/>
          <p:nvPr/>
        </p:nvSpPr>
        <p:spPr>
          <a:xfrm>
            <a:off x="2017140" y="3392712"/>
            <a:ext cx="558782" cy="166255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700" dirty="0"/>
              <a:t>FEMALE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0BEF5188-21EC-625A-45F8-DE6B6F3EDB1D}"/>
              </a:ext>
            </a:extLst>
          </p:cNvPr>
          <p:cNvSpPr/>
          <p:nvPr/>
        </p:nvSpPr>
        <p:spPr>
          <a:xfrm>
            <a:off x="2067145" y="3850768"/>
            <a:ext cx="1121433" cy="25016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/>
              <a:t>APPLY FILTERS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AC975D5-40BA-70AA-1DBC-C5241D4C1027}"/>
              </a:ext>
            </a:extLst>
          </p:cNvPr>
          <p:cNvSpPr txBox="1"/>
          <p:nvPr/>
        </p:nvSpPr>
        <p:spPr>
          <a:xfrm>
            <a:off x="10477956" y="1052945"/>
            <a:ext cx="1714043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rgbClr val="FF0000"/>
                </a:solidFill>
              </a:rPr>
              <a:t>WORLD EDUCATION </a:t>
            </a:r>
          </a:p>
          <a:p>
            <a:r>
              <a:rPr lang="en-US" sz="1100" dirty="0">
                <a:solidFill>
                  <a:srgbClr val="FF0000"/>
                </a:solidFill>
              </a:rPr>
              <a:t>HEAT MAP which we can visualize each feature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B96E5980-CFF4-FA47-9781-92BD010D005A}"/>
              </a:ext>
            </a:extLst>
          </p:cNvPr>
          <p:cNvCxnSpPr>
            <a:cxnSpLocks/>
          </p:cNvCxnSpPr>
          <p:nvPr/>
        </p:nvCxnSpPr>
        <p:spPr>
          <a:xfrm flipH="1" flipV="1">
            <a:off x="9298669" y="6056536"/>
            <a:ext cx="784783" cy="303143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C22F21FC-89C0-2F1F-52CF-6CDBF932036F}"/>
              </a:ext>
            </a:extLst>
          </p:cNvPr>
          <p:cNvSpPr txBox="1"/>
          <p:nvPr/>
        </p:nvSpPr>
        <p:spPr>
          <a:xfrm>
            <a:off x="10083452" y="6193424"/>
            <a:ext cx="145301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rgbClr val="FF0000"/>
                </a:solidFill>
              </a:rPr>
              <a:t>DATA TABLE showing filtered statistics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EA5CE0AE-1F54-2E54-7A60-80F9E9FBED7F}"/>
              </a:ext>
            </a:extLst>
          </p:cNvPr>
          <p:cNvCxnSpPr>
            <a:cxnSpLocks/>
          </p:cNvCxnSpPr>
          <p:nvPr/>
        </p:nvCxnSpPr>
        <p:spPr>
          <a:xfrm>
            <a:off x="1235901" y="597480"/>
            <a:ext cx="588229" cy="27934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E553F4EB-C3FB-1487-E8D7-8ECC13F44FB3}"/>
              </a:ext>
            </a:extLst>
          </p:cNvPr>
          <p:cNvSpPr txBox="1"/>
          <p:nvPr/>
        </p:nvSpPr>
        <p:spPr>
          <a:xfrm>
            <a:off x="22405" y="287167"/>
            <a:ext cx="224633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rgbClr val="FF0000"/>
                </a:solidFill>
              </a:rPr>
              <a:t>Dashboard title and filter toggle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E6C78BCF-8084-1A6F-AE73-CFC92CF11D98}"/>
              </a:ext>
            </a:extLst>
          </p:cNvPr>
          <p:cNvCxnSpPr>
            <a:cxnSpLocks/>
          </p:cNvCxnSpPr>
          <p:nvPr/>
        </p:nvCxnSpPr>
        <p:spPr>
          <a:xfrm>
            <a:off x="1213496" y="1678951"/>
            <a:ext cx="588229" cy="27934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2F32C2E9-C7E8-36EC-35BF-1FF3D77DE510}"/>
              </a:ext>
            </a:extLst>
          </p:cNvPr>
          <p:cNvSpPr txBox="1"/>
          <p:nvPr/>
        </p:nvSpPr>
        <p:spPr>
          <a:xfrm>
            <a:off x="0" y="1368638"/>
            <a:ext cx="224633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rgbClr val="FF0000"/>
                </a:solidFill>
              </a:rPr>
              <a:t>Dropdown menus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0E8F81C4-B4D6-EB1D-01CA-AA0228A25A75}"/>
              </a:ext>
            </a:extLst>
          </p:cNvPr>
          <p:cNvCxnSpPr>
            <a:cxnSpLocks/>
          </p:cNvCxnSpPr>
          <p:nvPr/>
        </p:nvCxnSpPr>
        <p:spPr>
          <a:xfrm>
            <a:off x="1125814" y="2743663"/>
            <a:ext cx="588229" cy="27934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BAE2C428-8C40-5691-6A68-1DFBC50EA761}"/>
              </a:ext>
            </a:extLst>
          </p:cNvPr>
          <p:cNvSpPr txBox="1"/>
          <p:nvPr/>
        </p:nvSpPr>
        <p:spPr>
          <a:xfrm>
            <a:off x="296760" y="2471618"/>
            <a:ext cx="224633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rgbClr val="FF0000"/>
                </a:solidFill>
              </a:rPr>
              <a:t>Slider filters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602A4A64-4DD2-12DE-D831-0B03E58C96B8}"/>
              </a:ext>
            </a:extLst>
          </p:cNvPr>
          <p:cNvCxnSpPr>
            <a:cxnSpLocks/>
          </p:cNvCxnSpPr>
          <p:nvPr/>
        </p:nvCxnSpPr>
        <p:spPr>
          <a:xfrm flipH="1">
            <a:off x="8856576" y="235899"/>
            <a:ext cx="784783" cy="361081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7D9BCB80-B227-2369-A1B1-5D8C1C5CCC51}"/>
              </a:ext>
            </a:extLst>
          </p:cNvPr>
          <p:cNvSpPr txBox="1"/>
          <p:nvPr/>
        </p:nvSpPr>
        <p:spPr>
          <a:xfrm>
            <a:off x="9641359" y="69644"/>
            <a:ext cx="1453019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rgbClr val="FF0000"/>
                </a:solidFill>
              </a:rPr>
              <a:t>Multipaned View for additional information [if any]</a:t>
            </a:r>
          </a:p>
        </p:txBody>
      </p:sp>
      <p:pic>
        <p:nvPicPr>
          <p:cNvPr id="12" name="Picture 11" descr="A map of the world&#10;&#10;AI-generated content may be incorrect.">
            <a:extLst>
              <a:ext uri="{FF2B5EF4-FFF2-40B4-BE49-F238E27FC236}">
                <a16:creationId xmlns:a16="http://schemas.microsoft.com/office/drawing/2014/main" id="{3F4A636B-3D27-81C0-3EA3-FF2AD5A7A37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7871"/>
          <a:stretch>
            <a:fillRect/>
          </a:stretch>
        </p:blipFill>
        <p:spPr>
          <a:xfrm>
            <a:off x="3634796" y="1114709"/>
            <a:ext cx="6604523" cy="3280585"/>
          </a:xfrm>
          <a:prstGeom prst="rect">
            <a:avLst/>
          </a:prstGeom>
        </p:spPr>
      </p:pic>
      <p:pic>
        <p:nvPicPr>
          <p:cNvPr id="13" name="Picture 12" descr="A map of the world&#10;&#10;AI-generated content may be incorrect.">
            <a:extLst>
              <a:ext uri="{FF2B5EF4-FFF2-40B4-BE49-F238E27FC236}">
                <a16:creationId xmlns:a16="http://schemas.microsoft.com/office/drawing/2014/main" id="{5D3F8EAB-ED07-679A-7A2C-2D013C3DC8C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1173"/>
          <a:stretch>
            <a:fillRect/>
          </a:stretch>
        </p:blipFill>
        <p:spPr>
          <a:xfrm>
            <a:off x="3820533" y="2362448"/>
            <a:ext cx="939015" cy="1539173"/>
          </a:xfrm>
          <a:prstGeom prst="rect">
            <a:avLst/>
          </a:prstGeom>
        </p:spPr>
      </p:pic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7D7A66C1-D78F-C0B0-A70C-CEAEF589198A}"/>
              </a:ext>
            </a:extLst>
          </p:cNvPr>
          <p:cNvCxnSpPr>
            <a:cxnSpLocks/>
            <a:stCxn id="28" idx="1"/>
          </p:cNvCxnSpPr>
          <p:nvPr/>
        </p:nvCxnSpPr>
        <p:spPr>
          <a:xfrm flipH="1">
            <a:off x="10064486" y="1353027"/>
            <a:ext cx="413470" cy="130805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1" name="Picture 30" descr="A graph of different colored bars&#10;&#10;AI-generated content may be incorrect.">
            <a:extLst>
              <a:ext uri="{FF2B5EF4-FFF2-40B4-BE49-F238E27FC236}">
                <a16:creationId xmlns:a16="http://schemas.microsoft.com/office/drawing/2014/main" id="{6015C681-6A50-9838-0867-66E6FFF9379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" b="3101"/>
          <a:stretch>
            <a:fillRect/>
          </a:stretch>
        </p:blipFill>
        <p:spPr>
          <a:xfrm>
            <a:off x="1957060" y="4416714"/>
            <a:ext cx="4791610" cy="1892766"/>
          </a:xfrm>
          <a:prstGeom prst="rect">
            <a:avLst/>
          </a:prstGeom>
        </p:spPr>
      </p:pic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EC4E1097-EEF1-9F63-9C4A-6955984C4E7B}"/>
              </a:ext>
            </a:extLst>
          </p:cNvPr>
          <p:cNvCxnSpPr>
            <a:cxnSpLocks/>
          </p:cNvCxnSpPr>
          <p:nvPr/>
        </p:nvCxnSpPr>
        <p:spPr>
          <a:xfrm flipH="1" flipV="1">
            <a:off x="4584707" y="6051664"/>
            <a:ext cx="784783" cy="303143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60C19D0F-3882-1CEB-BE8C-D9055B244DC2}"/>
              </a:ext>
            </a:extLst>
          </p:cNvPr>
          <p:cNvSpPr txBox="1"/>
          <p:nvPr/>
        </p:nvSpPr>
        <p:spPr>
          <a:xfrm>
            <a:off x="5369490" y="6188552"/>
            <a:ext cx="224633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rgbClr val="FF0000"/>
                </a:solidFill>
              </a:rPr>
              <a:t>Bar charts / stream charts for comparing trends</a:t>
            </a:r>
          </a:p>
        </p:txBody>
      </p:sp>
    </p:spTree>
    <p:extLst>
      <p:ext uri="{BB962C8B-B14F-4D97-AF65-F5344CB8AC3E}">
        <p14:creationId xmlns:p14="http://schemas.microsoft.com/office/powerpoint/2010/main" val="15827447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94</TotalTime>
  <Words>54</Words>
  <Application>Microsoft Macintosh PowerPoint</Application>
  <PresentationFormat>Widescreen</PresentationFormat>
  <Paragraphs>17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hrrysprk@student.ubc.ca</dc:creator>
  <cp:lastModifiedBy>Sapol Raadnui</cp:lastModifiedBy>
  <cp:revision>3</cp:revision>
  <dcterms:created xsi:type="dcterms:W3CDTF">2026-02-13T18:21:33Z</dcterms:created>
  <dcterms:modified xsi:type="dcterms:W3CDTF">2026-02-14T01:52:04Z</dcterms:modified>
</cp:coreProperties>
</file>