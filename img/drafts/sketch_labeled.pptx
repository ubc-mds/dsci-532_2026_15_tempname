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94"/>
  </p:normalViewPr>
  <p:slideViewPr>
    <p:cSldViewPr snapToGrid="0">
      <p:cViewPr>
        <p:scale>
          <a:sx n="102" d="100"/>
          <a:sy n="102" d="100"/>
        </p:scale>
        <p:origin x="144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6682E-4198-47E6-F328-CC73AD8796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42E16-61A2-D7A5-39D7-FA4EF4C7C2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2B7A29-0170-6298-329F-659A5155F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0296EC-04B9-EA74-C69E-0ADBE46B5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BAA626-613D-5FE7-7EC9-184D1930D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867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75F7C-4AB8-F45C-539D-6C28623DC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AD59D-B6B1-BFE4-D53F-E8BD169D57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EB0CF0-00B9-B77D-62FD-36F925C7C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099C3-F375-B1F9-4124-E38934EDA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E25C6B-F12C-30AF-8A34-DB61B8E02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7011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FA829-7ACF-C279-4212-557EFD545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CF524-FBC1-3C46-13FD-FF6DDAF0B7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C88A0-C588-E5E7-9805-6B5337B54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8E1F3D-D95B-B324-43B6-E253B72B7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24739-F69D-FF19-BEE5-289AAC4B3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8641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55D90-6B41-2B6C-7238-E2B872BB3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01C81-F730-CC76-117D-0720B4064F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C927B3-20DD-FED2-D649-BC10B466FD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F000D9-94B5-0F46-EF9F-3954B6703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9ADBD5-96B9-7AFD-CBB8-1D17B698E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3EBE9A-B0F8-8B2C-983A-AD4C2D641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763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6CD50-E121-9B81-2CFB-E379D4C7D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29577E-83EB-044B-E334-A1E782ACE6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58705-B34E-46BF-28F7-5B6709ECE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751486-F193-B401-F6DC-D7B7822BB2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C70001-26E0-631E-2838-B2F71215B8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B52C76-D8B8-FC59-416A-715285EEF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4DA51A-263C-2147-39AB-B3207C833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DBC399-68B0-048F-3BB0-3A99F19B7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394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1F9AB-2D7C-FFAB-C8B1-E6B5D1AEF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7AE3C3-7CEA-643B-C696-526F1DF7E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588609-30B5-0A80-3FC9-2242AE7BF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CAA633-751B-1922-DEA4-7FE8603A9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419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7E37DA-A660-8ED0-98CF-F578319C9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312C50-D919-AA58-5D40-ECB614131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DA431-F43B-5F49-6269-B73143B53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786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67D3E-B1CE-BB62-F334-1943A2E13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06FC0-1322-4909-A3F5-83F900682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A9878-96F4-99BD-E5DD-FEAA4DD6ED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3A74C5-6F1D-1ED7-307F-038ED0F4D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9304F4-8B57-BEE7-AD66-A72BE8FA5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20373B-CFE5-9CEC-817A-CEDD174BC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635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D3995-6D6D-A3E1-E66A-B956653D6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D0055F-BCEC-01BB-C49E-251B8298A3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FF38F4-FB78-CF94-3FAC-70A6A18912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495F99-16F8-80FA-2B16-AB5F36C67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1A24F0-4C69-65AE-05F1-19B08B048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D835E-6BC3-88A1-2E0C-7691955F2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2579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3E4FD-B09D-6E0B-9B8F-FEC366A45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19D4DD-FD19-B972-6451-5C587A747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C6C378-3D77-56D9-1015-8E603D614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19816-CFA4-C451-1EBA-0FC44D34F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D7133-8A69-598F-463C-BBA870342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498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BFB94B-083E-5107-2502-91218B8AD8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88B9E2-104C-E7D8-EF94-209BA10CB7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650A6-1383-4058-12A7-1160F3D09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3F026C-4A20-060B-7C97-90436ECFD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68FA9-98C2-A65D-1A55-A4B29A78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05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A0D7EA-127B-A89D-083C-FB2829A35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BAD001-DE11-BC9C-A005-A3EFB2E147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D64B8-07A8-3956-B369-FB5A79289E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E6FB6D-83B7-B066-20FF-CF37C73CA3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9EAEC-7E4C-E93F-68D7-54EC6E76B0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8627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A26CBF6-9BA9-87A0-43F3-97748D0316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00" b="1451"/>
          <a:stretch>
            <a:fillRect/>
          </a:stretch>
        </p:blipFill>
        <p:spPr>
          <a:xfrm>
            <a:off x="1824130" y="701964"/>
            <a:ext cx="8543739" cy="5412509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79E98DE-3316-AC46-A95D-5F65AAA1EE1D}"/>
              </a:ext>
            </a:extLst>
          </p:cNvPr>
          <p:cNvSpPr/>
          <p:nvPr/>
        </p:nvSpPr>
        <p:spPr>
          <a:xfrm>
            <a:off x="1824130" y="1052945"/>
            <a:ext cx="1722634" cy="330661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93C920-8F79-71BF-12C1-AEFFA3DF9603}"/>
              </a:ext>
            </a:extLst>
          </p:cNvPr>
          <p:cNvSpPr/>
          <p:nvPr/>
        </p:nvSpPr>
        <p:spPr>
          <a:xfrm>
            <a:off x="1824130" y="1126836"/>
            <a:ext cx="1163782" cy="2955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FILTERS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7D10CA7-3459-EE73-AC12-93AEF9BB9403}"/>
              </a:ext>
            </a:extLst>
          </p:cNvPr>
          <p:cNvSpPr/>
          <p:nvPr/>
        </p:nvSpPr>
        <p:spPr>
          <a:xfrm>
            <a:off x="1853297" y="1584910"/>
            <a:ext cx="1644073" cy="166255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SELECT REGION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473828E-D16A-89C9-E242-5A225988DC61}"/>
              </a:ext>
            </a:extLst>
          </p:cNvPr>
          <p:cNvSpPr/>
          <p:nvPr/>
        </p:nvSpPr>
        <p:spPr>
          <a:xfrm>
            <a:off x="1853296" y="1922049"/>
            <a:ext cx="1644073" cy="166255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EDUCATION LEVEL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5E1C590-F885-C88F-6D3C-1B21804B62C1}"/>
              </a:ext>
            </a:extLst>
          </p:cNvPr>
          <p:cNvSpPr/>
          <p:nvPr/>
        </p:nvSpPr>
        <p:spPr>
          <a:xfrm>
            <a:off x="1853295" y="2283130"/>
            <a:ext cx="1644073" cy="166255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INDICATOR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AF92D45-0E44-E884-B864-9B2633DAFCF6}"/>
              </a:ext>
            </a:extLst>
          </p:cNvPr>
          <p:cNvSpPr/>
          <p:nvPr/>
        </p:nvSpPr>
        <p:spPr>
          <a:xfrm>
            <a:off x="1853294" y="2614800"/>
            <a:ext cx="1644073" cy="16625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/>
              <a:t>YEAR RANGE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123E665-5961-0A6A-DE9E-3D7A4B02E401}"/>
              </a:ext>
            </a:extLst>
          </p:cNvPr>
          <p:cNvCxnSpPr/>
          <p:nvPr/>
        </p:nvCxnSpPr>
        <p:spPr>
          <a:xfrm>
            <a:off x="1961559" y="2893591"/>
            <a:ext cx="140731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345E37D2-0B37-555A-6321-020C427EF602}"/>
              </a:ext>
            </a:extLst>
          </p:cNvPr>
          <p:cNvSpPr/>
          <p:nvPr/>
        </p:nvSpPr>
        <p:spPr>
          <a:xfrm>
            <a:off x="2147296" y="2836441"/>
            <a:ext cx="121444" cy="1143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51BEB4C-751F-5150-C085-70C70061210D}"/>
              </a:ext>
            </a:extLst>
          </p:cNvPr>
          <p:cNvSpPr/>
          <p:nvPr/>
        </p:nvSpPr>
        <p:spPr>
          <a:xfrm>
            <a:off x="2454477" y="2836441"/>
            <a:ext cx="121444" cy="1143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45C8212-D3AD-555A-E8DB-690E49D259D3}"/>
              </a:ext>
            </a:extLst>
          </p:cNvPr>
          <p:cNvSpPr/>
          <p:nvPr/>
        </p:nvSpPr>
        <p:spPr>
          <a:xfrm>
            <a:off x="1853294" y="3048908"/>
            <a:ext cx="1644073" cy="16625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/>
              <a:t>GENDER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1B1B894-67D4-E460-5C4C-E60703E06EB6}"/>
              </a:ext>
            </a:extLst>
          </p:cNvPr>
          <p:cNvSpPr/>
          <p:nvPr/>
        </p:nvSpPr>
        <p:spPr>
          <a:xfrm>
            <a:off x="1967133" y="3270569"/>
            <a:ext cx="100012" cy="999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CE520B5-2188-3D96-AC85-EEE2B4F11B62}"/>
              </a:ext>
            </a:extLst>
          </p:cNvPr>
          <p:cNvSpPr/>
          <p:nvPr/>
        </p:nvSpPr>
        <p:spPr>
          <a:xfrm>
            <a:off x="1967133" y="3425885"/>
            <a:ext cx="100012" cy="999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F89504B4-D904-3C6E-FF4E-CEA47625D69A}"/>
              </a:ext>
            </a:extLst>
          </p:cNvPr>
          <p:cNvSpPr/>
          <p:nvPr/>
        </p:nvSpPr>
        <p:spPr>
          <a:xfrm>
            <a:off x="2017140" y="3230202"/>
            <a:ext cx="558782" cy="16625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700" dirty="0"/>
              <a:t>MALE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7345BFCF-2989-123F-F8F2-BA4A4CB19251}"/>
              </a:ext>
            </a:extLst>
          </p:cNvPr>
          <p:cNvSpPr/>
          <p:nvPr/>
        </p:nvSpPr>
        <p:spPr>
          <a:xfrm>
            <a:off x="2017140" y="3392712"/>
            <a:ext cx="558782" cy="16625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700" dirty="0"/>
              <a:t>FEMALE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0BEF5188-21EC-625A-45F8-DE6B6F3EDB1D}"/>
              </a:ext>
            </a:extLst>
          </p:cNvPr>
          <p:cNvSpPr/>
          <p:nvPr/>
        </p:nvSpPr>
        <p:spPr>
          <a:xfrm>
            <a:off x="2067145" y="3850768"/>
            <a:ext cx="1121433" cy="25016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/>
              <a:t>APPLY FILTERS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D7A66C1-D78F-C0B0-A70C-CEAEF589198A}"/>
              </a:ext>
            </a:extLst>
          </p:cNvPr>
          <p:cNvCxnSpPr>
            <a:cxnSpLocks/>
          </p:cNvCxnSpPr>
          <p:nvPr/>
        </p:nvCxnSpPr>
        <p:spPr>
          <a:xfrm flipH="1">
            <a:off x="9223513" y="2088304"/>
            <a:ext cx="784783" cy="36108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AC975D5-40BA-70AA-1DBC-C5241D4C1027}"/>
              </a:ext>
            </a:extLst>
          </p:cNvPr>
          <p:cNvSpPr txBox="1"/>
          <p:nvPr/>
        </p:nvSpPr>
        <p:spPr>
          <a:xfrm>
            <a:off x="10008296" y="1922049"/>
            <a:ext cx="14530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WORLD EDUCATION </a:t>
            </a:r>
          </a:p>
          <a:p>
            <a:r>
              <a:rPr lang="en-US" sz="1100" dirty="0">
                <a:solidFill>
                  <a:srgbClr val="FF0000"/>
                </a:solidFill>
              </a:rPr>
              <a:t>MAP INDICATORS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96E5980-CFF4-FA47-9781-92BD010D005A}"/>
              </a:ext>
            </a:extLst>
          </p:cNvPr>
          <p:cNvCxnSpPr>
            <a:cxnSpLocks/>
          </p:cNvCxnSpPr>
          <p:nvPr/>
        </p:nvCxnSpPr>
        <p:spPr>
          <a:xfrm flipH="1" flipV="1">
            <a:off x="9298669" y="6056536"/>
            <a:ext cx="784783" cy="30314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C22F21FC-89C0-2F1F-52CF-6CDBF932036F}"/>
              </a:ext>
            </a:extLst>
          </p:cNvPr>
          <p:cNvSpPr txBox="1"/>
          <p:nvPr/>
        </p:nvSpPr>
        <p:spPr>
          <a:xfrm>
            <a:off x="10083452" y="6193424"/>
            <a:ext cx="14530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DATA TABLE showing filtered statistics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C4E1097-EEF1-9F63-9C4A-6955984C4E7B}"/>
              </a:ext>
            </a:extLst>
          </p:cNvPr>
          <p:cNvCxnSpPr>
            <a:cxnSpLocks/>
          </p:cNvCxnSpPr>
          <p:nvPr/>
        </p:nvCxnSpPr>
        <p:spPr>
          <a:xfrm flipH="1" flipV="1">
            <a:off x="4584707" y="6051664"/>
            <a:ext cx="784783" cy="30314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0C19D0F-3882-1CEB-BE8C-D9055B244DC2}"/>
              </a:ext>
            </a:extLst>
          </p:cNvPr>
          <p:cNvSpPr txBox="1"/>
          <p:nvPr/>
        </p:nvSpPr>
        <p:spPr>
          <a:xfrm>
            <a:off x="5369490" y="6188552"/>
            <a:ext cx="224633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Bar charts / stream charts for comparing trends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A5CE0AE-1F54-2E54-7A60-80F9E9FBED7F}"/>
              </a:ext>
            </a:extLst>
          </p:cNvPr>
          <p:cNvCxnSpPr>
            <a:cxnSpLocks/>
          </p:cNvCxnSpPr>
          <p:nvPr/>
        </p:nvCxnSpPr>
        <p:spPr>
          <a:xfrm>
            <a:off x="1235901" y="597480"/>
            <a:ext cx="588229" cy="27934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553F4EB-C3FB-1487-E8D7-8ECC13F44FB3}"/>
              </a:ext>
            </a:extLst>
          </p:cNvPr>
          <p:cNvSpPr txBox="1"/>
          <p:nvPr/>
        </p:nvSpPr>
        <p:spPr>
          <a:xfrm>
            <a:off x="22405" y="287167"/>
            <a:ext cx="22463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Dashboard title and filter toggle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6C78BCF-8084-1A6F-AE73-CFC92CF11D98}"/>
              </a:ext>
            </a:extLst>
          </p:cNvPr>
          <p:cNvCxnSpPr>
            <a:cxnSpLocks/>
          </p:cNvCxnSpPr>
          <p:nvPr/>
        </p:nvCxnSpPr>
        <p:spPr>
          <a:xfrm>
            <a:off x="1213496" y="1678951"/>
            <a:ext cx="588229" cy="27934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F32C2E9-C7E8-36EC-35BF-1FF3D77DE510}"/>
              </a:ext>
            </a:extLst>
          </p:cNvPr>
          <p:cNvSpPr txBox="1"/>
          <p:nvPr/>
        </p:nvSpPr>
        <p:spPr>
          <a:xfrm>
            <a:off x="0" y="1368638"/>
            <a:ext cx="22463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Dropdown menus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E8F81C4-B4D6-EB1D-01CA-AA0228A25A75}"/>
              </a:ext>
            </a:extLst>
          </p:cNvPr>
          <p:cNvCxnSpPr>
            <a:cxnSpLocks/>
          </p:cNvCxnSpPr>
          <p:nvPr/>
        </p:nvCxnSpPr>
        <p:spPr>
          <a:xfrm>
            <a:off x="1125814" y="2743663"/>
            <a:ext cx="588229" cy="27934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BAE2C428-8C40-5691-6A68-1DFBC50EA761}"/>
              </a:ext>
            </a:extLst>
          </p:cNvPr>
          <p:cNvSpPr txBox="1"/>
          <p:nvPr/>
        </p:nvSpPr>
        <p:spPr>
          <a:xfrm>
            <a:off x="296760" y="2471618"/>
            <a:ext cx="22463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Slider filters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02A4A64-4DD2-12DE-D831-0B03E58C96B8}"/>
              </a:ext>
            </a:extLst>
          </p:cNvPr>
          <p:cNvCxnSpPr>
            <a:cxnSpLocks/>
          </p:cNvCxnSpPr>
          <p:nvPr/>
        </p:nvCxnSpPr>
        <p:spPr>
          <a:xfrm flipH="1">
            <a:off x="8856576" y="235899"/>
            <a:ext cx="784783" cy="36108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7D9BCB80-B227-2369-A1B1-5D8C1C5CCC51}"/>
              </a:ext>
            </a:extLst>
          </p:cNvPr>
          <p:cNvSpPr txBox="1"/>
          <p:nvPr/>
        </p:nvSpPr>
        <p:spPr>
          <a:xfrm>
            <a:off x="9641359" y="69644"/>
            <a:ext cx="145301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Multipaned View for additional information [if any]</a:t>
            </a:r>
          </a:p>
        </p:txBody>
      </p:sp>
    </p:spTree>
    <p:extLst>
      <p:ext uri="{BB962C8B-B14F-4D97-AF65-F5344CB8AC3E}">
        <p14:creationId xmlns:p14="http://schemas.microsoft.com/office/powerpoint/2010/main" val="15827447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48</Words>
  <Application>Microsoft Macintosh PowerPoint</Application>
  <PresentationFormat>Widescreen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hrrysprk@student.ubc.ca</dc:creator>
  <cp:lastModifiedBy>hrrysprk@student.ubc.ca</cp:lastModifiedBy>
  <cp:revision>2</cp:revision>
  <dcterms:created xsi:type="dcterms:W3CDTF">2026-02-13T18:21:33Z</dcterms:created>
  <dcterms:modified xsi:type="dcterms:W3CDTF">2026-02-13T18:39:11Z</dcterms:modified>
</cp:coreProperties>
</file>