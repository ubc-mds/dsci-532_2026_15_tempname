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/>
    <p:restoredTop sz="94678"/>
  </p:normalViewPr>
  <p:slideViewPr>
    <p:cSldViewPr snapToGrid="0">
      <p:cViewPr>
        <p:scale>
          <a:sx n="137" d="100"/>
          <a:sy n="137" d="100"/>
        </p:scale>
        <p:origin x="1280" y="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C2B999-5903-6242-8D04-82987AE30A95}" type="datetimeFigureOut">
              <a:rPr lang="en-TH" smtClean="0"/>
              <a:t>13/2/2026 R</a:t>
            </a:fld>
            <a:endParaRPr lang="en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E8607-D926-7F4C-856B-A601B0B92B82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546324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BE8607-D926-7F4C-856B-A601B0B92B82}" type="slidenum">
              <a:rPr lang="en-TH" smtClean="0"/>
              <a:t>1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888711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6682E-4198-47E6-F328-CC73AD8796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42E16-61A2-D7A5-39D7-FA4EF4C7C2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B7A29-0170-6298-329F-659A5155F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0296EC-04B9-EA74-C69E-0ADBE46B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AA626-613D-5FE7-7EC9-184D1930D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67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75F7C-4AB8-F45C-539D-6C28623DC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D59D-B6B1-BFE4-D53F-E8BD169D5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B0CF0-00B9-B77D-62FD-36F925C7C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099C3-F375-B1F9-4124-E38934EDA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25C6B-F12C-30AF-8A34-DB61B8E02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01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FA829-7ACF-C279-4212-557EFD545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CF524-FBC1-3C46-13FD-FF6DDAF0B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C88A0-C588-E5E7-9805-6B5337B54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E1F3D-D95B-B324-43B6-E253B72B7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4739-F69D-FF19-BEE5-289AAC4B3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864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55D90-6B41-2B6C-7238-E2B872BB3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01C81-F730-CC76-117D-0720B4064F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C927B3-20DD-FED2-D649-BC10B466FD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F000D9-94B5-0F46-EF9F-3954B6703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ADBD5-96B9-7AFD-CBB8-1D17B698E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3EBE9A-B0F8-8B2C-983A-AD4C2D641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763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6CD50-E121-9B81-2CFB-E379D4C7D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9577E-83EB-044B-E334-A1E782ACE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58705-B34E-46BF-28F7-5B6709ECE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751486-F193-B401-F6DC-D7B7822BB2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C70001-26E0-631E-2838-B2F71215B8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B52C76-D8B8-FC59-416A-715285EEF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4DA51A-263C-2147-39AB-B3207C833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DBC399-68B0-048F-3BB0-3A99F19B7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394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1F9AB-2D7C-FFAB-C8B1-E6B5D1AE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AE3C3-7CEA-643B-C696-526F1DF7E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588609-30B5-0A80-3FC9-2242AE7BF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CAA633-751B-1922-DEA4-7FE8603A9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4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E37DA-A660-8ED0-98CF-F578319C9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312C50-D919-AA58-5D40-ECB614131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DA431-F43B-5F49-6269-B73143B53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786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67D3E-B1CE-BB62-F334-1943A2E1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06FC0-1322-4909-A3F5-83F900682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A9878-96F4-99BD-E5DD-FEAA4DD6ED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3A74C5-6F1D-1ED7-307F-038ED0F4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304F4-8B57-BEE7-AD66-A72BE8FA5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0373B-CFE5-9CEC-817A-CEDD174BC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635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D3995-6D6D-A3E1-E66A-B956653D6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D0055F-BCEC-01BB-C49E-251B8298A3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F38F4-FB78-CF94-3FAC-70A6A189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495F99-16F8-80FA-2B16-AB5F36C67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A24F0-4C69-65AE-05F1-19B08B048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D835E-6BC3-88A1-2E0C-7691955F2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57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3E4FD-B09D-6E0B-9B8F-FEC366A45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9D4DD-FD19-B972-6451-5C587A747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6C378-3D77-56D9-1015-8E603D614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19816-CFA4-C451-1EBA-0FC44D34F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D7133-8A69-598F-463C-BBA870342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498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BFB94B-083E-5107-2502-91218B8AD8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88B9E2-104C-E7D8-EF94-209BA10CB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650A6-1383-4058-12A7-1160F3D09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F026C-4A20-060B-7C97-90436ECFD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68FA9-98C2-A65D-1A55-A4B29A78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0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A0D7EA-127B-A89D-083C-FB2829A3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BAD001-DE11-BC9C-A005-A3EFB2E147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D64B8-07A8-3956-B369-FB5A79289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84A9FC-612A-7C4D-8B10-028F70A1DB6E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6FB6D-83B7-B066-20FF-CF37C73CA3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9EAEC-7E4C-E93F-68D7-54EC6E76B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E67C83-CA61-3343-B484-62C435FE5E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862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26CBF6-9BA9-87A0-43F3-97748D0316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0" b="1451"/>
          <a:stretch>
            <a:fillRect/>
          </a:stretch>
        </p:blipFill>
        <p:spPr>
          <a:xfrm>
            <a:off x="1824130" y="701964"/>
            <a:ext cx="8543739" cy="5412509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79E98DE-3316-AC46-A95D-5F65AAA1EE1D}"/>
              </a:ext>
            </a:extLst>
          </p:cNvPr>
          <p:cNvSpPr/>
          <p:nvPr/>
        </p:nvSpPr>
        <p:spPr>
          <a:xfrm>
            <a:off x="1824130" y="1052945"/>
            <a:ext cx="1722634" cy="330661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93C920-8F79-71BF-12C1-AEFFA3DF9603}"/>
              </a:ext>
            </a:extLst>
          </p:cNvPr>
          <p:cNvSpPr/>
          <p:nvPr/>
        </p:nvSpPr>
        <p:spPr>
          <a:xfrm>
            <a:off x="1824130" y="1126836"/>
            <a:ext cx="1163782" cy="2955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7D10CA7-3459-EE73-AC12-93AEF9BB9403}"/>
              </a:ext>
            </a:extLst>
          </p:cNvPr>
          <p:cNvSpPr/>
          <p:nvPr/>
        </p:nvSpPr>
        <p:spPr>
          <a:xfrm>
            <a:off x="1853297" y="1584910"/>
            <a:ext cx="1644073" cy="1662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SELECT REGION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473828E-D16A-89C9-E242-5A225988DC61}"/>
              </a:ext>
            </a:extLst>
          </p:cNvPr>
          <p:cNvSpPr/>
          <p:nvPr/>
        </p:nvSpPr>
        <p:spPr>
          <a:xfrm>
            <a:off x="1853296" y="1922049"/>
            <a:ext cx="1644073" cy="1662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EDUCATION LEVEL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5E1C590-F885-C88F-6D3C-1B21804B62C1}"/>
              </a:ext>
            </a:extLst>
          </p:cNvPr>
          <p:cNvSpPr/>
          <p:nvPr/>
        </p:nvSpPr>
        <p:spPr>
          <a:xfrm>
            <a:off x="1853295" y="2283130"/>
            <a:ext cx="1644073" cy="1662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INDICATOR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AF92D45-0E44-E884-B864-9B2633DAFCF6}"/>
              </a:ext>
            </a:extLst>
          </p:cNvPr>
          <p:cNvSpPr/>
          <p:nvPr/>
        </p:nvSpPr>
        <p:spPr>
          <a:xfrm>
            <a:off x="1853294" y="2614800"/>
            <a:ext cx="1644073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/>
              <a:t>VALUE RANGE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23E665-5961-0A6A-DE9E-3D7A4B02E401}"/>
              </a:ext>
            </a:extLst>
          </p:cNvPr>
          <p:cNvCxnSpPr/>
          <p:nvPr/>
        </p:nvCxnSpPr>
        <p:spPr>
          <a:xfrm>
            <a:off x="1961559" y="2893591"/>
            <a:ext cx="140731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345E37D2-0B37-555A-6321-020C427EF602}"/>
              </a:ext>
            </a:extLst>
          </p:cNvPr>
          <p:cNvSpPr/>
          <p:nvPr/>
        </p:nvSpPr>
        <p:spPr>
          <a:xfrm>
            <a:off x="2147296" y="2836441"/>
            <a:ext cx="121444" cy="1143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51BEB4C-751F-5150-C085-70C70061210D}"/>
              </a:ext>
            </a:extLst>
          </p:cNvPr>
          <p:cNvSpPr/>
          <p:nvPr/>
        </p:nvSpPr>
        <p:spPr>
          <a:xfrm>
            <a:off x="2454477" y="2836441"/>
            <a:ext cx="121444" cy="1143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45C8212-D3AD-555A-E8DB-690E49D259D3}"/>
              </a:ext>
            </a:extLst>
          </p:cNvPr>
          <p:cNvSpPr/>
          <p:nvPr/>
        </p:nvSpPr>
        <p:spPr>
          <a:xfrm>
            <a:off x="1853294" y="3048908"/>
            <a:ext cx="1644073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/>
              <a:t>GENDER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B1B894-67D4-E460-5C4C-E60703E06EB6}"/>
              </a:ext>
            </a:extLst>
          </p:cNvPr>
          <p:cNvSpPr/>
          <p:nvPr/>
        </p:nvSpPr>
        <p:spPr>
          <a:xfrm>
            <a:off x="1967133" y="3270569"/>
            <a:ext cx="100012" cy="999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E520B5-2188-3D96-AC85-EEE2B4F11B62}"/>
              </a:ext>
            </a:extLst>
          </p:cNvPr>
          <p:cNvSpPr/>
          <p:nvPr/>
        </p:nvSpPr>
        <p:spPr>
          <a:xfrm>
            <a:off x="1967133" y="3425885"/>
            <a:ext cx="100012" cy="999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89504B4-D904-3C6E-FF4E-CEA47625D69A}"/>
              </a:ext>
            </a:extLst>
          </p:cNvPr>
          <p:cNvSpPr/>
          <p:nvPr/>
        </p:nvSpPr>
        <p:spPr>
          <a:xfrm>
            <a:off x="2017140" y="3230202"/>
            <a:ext cx="558782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/>
              <a:t>MALE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345BFCF-2989-123F-F8F2-BA4A4CB19251}"/>
              </a:ext>
            </a:extLst>
          </p:cNvPr>
          <p:cNvSpPr/>
          <p:nvPr/>
        </p:nvSpPr>
        <p:spPr>
          <a:xfrm>
            <a:off x="2017140" y="3392712"/>
            <a:ext cx="558782" cy="16625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/>
              <a:t>FEMALE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BEF5188-21EC-625A-45F8-DE6B6F3EDB1D}"/>
              </a:ext>
            </a:extLst>
          </p:cNvPr>
          <p:cNvSpPr/>
          <p:nvPr/>
        </p:nvSpPr>
        <p:spPr>
          <a:xfrm>
            <a:off x="2067145" y="3850768"/>
            <a:ext cx="1121433" cy="2501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APPLY FILTERS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C975D5-40BA-70AA-1DBC-C5241D4C1027}"/>
              </a:ext>
            </a:extLst>
          </p:cNvPr>
          <p:cNvSpPr txBox="1"/>
          <p:nvPr/>
        </p:nvSpPr>
        <p:spPr>
          <a:xfrm>
            <a:off x="10477956" y="1052945"/>
            <a:ext cx="17140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WORLD EDUCATION </a:t>
            </a:r>
          </a:p>
          <a:p>
            <a:r>
              <a:rPr lang="en-US" sz="1100" dirty="0">
                <a:solidFill>
                  <a:srgbClr val="FF0000"/>
                </a:solidFill>
              </a:rPr>
              <a:t>HEAT MAP which we can visualize each feature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2F21FC-89C0-2F1F-52CF-6CDBF932036F}"/>
              </a:ext>
            </a:extLst>
          </p:cNvPr>
          <p:cNvSpPr txBox="1"/>
          <p:nvPr/>
        </p:nvSpPr>
        <p:spPr>
          <a:xfrm>
            <a:off x="10204143" y="3996563"/>
            <a:ext cx="14530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DATA TABLE showing filtered statistics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A5CE0AE-1F54-2E54-7A60-80F9E9FBED7F}"/>
              </a:ext>
            </a:extLst>
          </p:cNvPr>
          <p:cNvCxnSpPr>
            <a:cxnSpLocks/>
          </p:cNvCxnSpPr>
          <p:nvPr/>
        </p:nvCxnSpPr>
        <p:spPr>
          <a:xfrm>
            <a:off x="1235901" y="597480"/>
            <a:ext cx="588229" cy="27934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553F4EB-C3FB-1487-E8D7-8ECC13F44FB3}"/>
              </a:ext>
            </a:extLst>
          </p:cNvPr>
          <p:cNvSpPr txBox="1"/>
          <p:nvPr/>
        </p:nvSpPr>
        <p:spPr>
          <a:xfrm>
            <a:off x="22405" y="287167"/>
            <a:ext cx="22463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Dashboard title and filter toggle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78BCF-8084-1A6F-AE73-CFC92CF11D98}"/>
              </a:ext>
            </a:extLst>
          </p:cNvPr>
          <p:cNvCxnSpPr>
            <a:cxnSpLocks/>
          </p:cNvCxnSpPr>
          <p:nvPr/>
        </p:nvCxnSpPr>
        <p:spPr>
          <a:xfrm>
            <a:off x="1213496" y="1678951"/>
            <a:ext cx="588229" cy="27934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32C2E9-C7E8-36EC-35BF-1FF3D77DE510}"/>
              </a:ext>
            </a:extLst>
          </p:cNvPr>
          <p:cNvSpPr txBox="1"/>
          <p:nvPr/>
        </p:nvSpPr>
        <p:spPr>
          <a:xfrm>
            <a:off x="0" y="1368638"/>
            <a:ext cx="22463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Dropdown menus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E8F81C4-B4D6-EB1D-01CA-AA0228A25A75}"/>
              </a:ext>
            </a:extLst>
          </p:cNvPr>
          <p:cNvCxnSpPr>
            <a:cxnSpLocks/>
          </p:cNvCxnSpPr>
          <p:nvPr/>
        </p:nvCxnSpPr>
        <p:spPr>
          <a:xfrm>
            <a:off x="1197072" y="2548369"/>
            <a:ext cx="588229" cy="27934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BAE2C428-8C40-5691-6A68-1DFBC50EA761}"/>
              </a:ext>
            </a:extLst>
          </p:cNvPr>
          <p:cNvSpPr txBox="1"/>
          <p:nvPr/>
        </p:nvSpPr>
        <p:spPr>
          <a:xfrm>
            <a:off x="368018" y="2276324"/>
            <a:ext cx="22463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Slider filters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02A4A64-4DD2-12DE-D831-0B03E58C96B8}"/>
              </a:ext>
            </a:extLst>
          </p:cNvPr>
          <p:cNvCxnSpPr>
            <a:cxnSpLocks/>
          </p:cNvCxnSpPr>
          <p:nvPr/>
        </p:nvCxnSpPr>
        <p:spPr>
          <a:xfrm flipH="1">
            <a:off x="8856576" y="235899"/>
            <a:ext cx="784783" cy="36108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D9BCB80-B227-2369-A1B1-5D8C1C5CCC51}"/>
              </a:ext>
            </a:extLst>
          </p:cNvPr>
          <p:cNvSpPr txBox="1"/>
          <p:nvPr/>
        </p:nvSpPr>
        <p:spPr>
          <a:xfrm>
            <a:off x="9641359" y="69644"/>
            <a:ext cx="145301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Multipaned View for additional information [if any]</a:t>
            </a:r>
          </a:p>
        </p:txBody>
      </p:sp>
      <p:pic>
        <p:nvPicPr>
          <p:cNvPr id="12" name="Picture 11" descr="A map of the world&#10;&#10;AI-generated content may be incorrect.">
            <a:extLst>
              <a:ext uri="{FF2B5EF4-FFF2-40B4-BE49-F238E27FC236}">
                <a16:creationId xmlns:a16="http://schemas.microsoft.com/office/drawing/2014/main" id="{3F4A636B-3D27-81C0-3EA3-FF2AD5A7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7871"/>
          <a:stretch>
            <a:fillRect/>
          </a:stretch>
        </p:blipFill>
        <p:spPr>
          <a:xfrm>
            <a:off x="3634796" y="1114709"/>
            <a:ext cx="6604523" cy="3280585"/>
          </a:xfrm>
          <a:prstGeom prst="rect">
            <a:avLst/>
          </a:prstGeom>
        </p:spPr>
      </p:pic>
      <p:pic>
        <p:nvPicPr>
          <p:cNvPr id="13" name="Picture 12" descr="A map of the world&#10;&#10;AI-generated content may be incorrect.">
            <a:extLst>
              <a:ext uri="{FF2B5EF4-FFF2-40B4-BE49-F238E27FC236}">
                <a16:creationId xmlns:a16="http://schemas.microsoft.com/office/drawing/2014/main" id="{5D3F8EAB-ED07-679A-7A2C-2D013C3DC8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1173"/>
          <a:stretch>
            <a:fillRect/>
          </a:stretch>
        </p:blipFill>
        <p:spPr>
          <a:xfrm>
            <a:off x="3820533" y="2362448"/>
            <a:ext cx="939015" cy="1539173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D7A66C1-D78F-C0B0-A70C-CEAEF589198A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10064486" y="1353027"/>
            <a:ext cx="413470" cy="13080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6015C681-6A50-9838-0867-66E6FFF9379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" b="3101"/>
          <a:stretch>
            <a:fillRect/>
          </a:stretch>
        </p:blipFill>
        <p:spPr>
          <a:xfrm>
            <a:off x="1687074" y="4450680"/>
            <a:ext cx="3249443" cy="1693221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4E1097-EEF1-9F63-9C4A-6955984C4E7B}"/>
              </a:ext>
            </a:extLst>
          </p:cNvPr>
          <p:cNvCxnSpPr>
            <a:cxnSpLocks/>
          </p:cNvCxnSpPr>
          <p:nvPr/>
        </p:nvCxnSpPr>
        <p:spPr>
          <a:xfrm flipV="1">
            <a:off x="3656955" y="5805055"/>
            <a:ext cx="0" cy="2992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0C19D0F-3882-1CEB-BE8C-D9055B244DC2}"/>
              </a:ext>
            </a:extLst>
          </p:cNvPr>
          <p:cNvSpPr txBox="1"/>
          <p:nvPr/>
        </p:nvSpPr>
        <p:spPr>
          <a:xfrm>
            <a:off x="3121886" y="6045195"/>
            <a:ext cx="224633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Bar charts for comparing trends of different features for different countries/regions specified</a:t>
            </a:r>
          </a:p>
        </p:txBody>
      </p:sp>
      <p:pic>
        <p:nvPicPr>
          <p:cNvPr id="1028" name="Picture 4" descr="Ultimate Custom Scroll Bars Plugin | Bubble">
            <a:extLst>
              <a:ext uri="{FF2B5EF4-FFF2-40B4-BE49-F238E27FC236}">
                <a16:creationId xmlns:a16="http://schemas.microsoft.com/office/drawing/2014/main" id="{97A4B20C-2071-1865-F70F-8BBEDA9EC2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88" t="1010" r="44949" b="3408"/>
          <a:stretch>
            <a:fillRect/>
          </a:stretch>
        </p:blipFill>
        <p:spPr bwMode="auto">
          <a:xfrm flipH="1">
            <a:off x="10099452" y="4561549"/>
            <a:ext cx="145743" cy="1357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93FA507-E7FC-FC79-7D4F-450F5F5C9EE0}"/>
              </a:ext>
            </a:extLst>
          </p:cNvPr>
          <p:cNvCxnSpPr>
            <a:cxnSpLocks/>
          </p:cNvCxnSpPr>
          <p:nvPr/>
        </p:nvCxnSpPr>
        <p:spPr>
          <a:xfrm flipH="1" flipV="1">
            <a:off x="10230534" y="5545166"/>
            <a:ext cx="341616" cy="31528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3A94EE4-1F30-C0CC-A5B9-4B7F92A08651}"/>
              </a:ext>
            </a:extLst>
          </p:cNvPr>
          <p:cNvSpPr txBox="1"/>
          <p:nvPr/>
        </p:nvSpPr>
        <p:spPr>
          <a:xfrm>
            <a:off x="10514950" y="5823894"/>
            <a:ext cx="8934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Scroll bars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E491F92-6C5C-9B70-F41B-E326A6F2DEE9}"/>
              </a:ext>
            </a:extLst>
          </p:cNvPr>
          <p:cNvCxnSpPr>
            <a:cxnSpLocks/>
          </p:cNvCxnSpPr>
          <p:nvPr/>
        </p:nvCxnSpPr>
        <p:spPr>
          <a:xfrm flipH="1" flipV="1">
            <a:off x="4164251" y="3033459"/>
            <a:ext cx="222336" cy="1967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E1680AE-CF2F-E34F-DFB5-7D39C1C1D592}"/>
              </a:ext>
            </a:extLst>
          </p:cNvPr>
          <p:cNvSpPr txBox="1"/>
          <p:nvPr/>
        </p:nvSpPr>
        <p:spPr>
          <a:xfrm>
            <a:off x="4323364" y="3178404"/>
            <a:ext cx="14530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Legend</a:t>
            </a:r>
          </a:p>
        </p:txBody>
      </p:sp>
      <p:sp>
        <p:nvSpPr>
          <p:cNvPr id="48" name="Triangle 47">
            <a:extLst>
              <a:ext uri="{FF2B5EF4-FFF2-40B4-BE49-F238E27FC236}">
                <a16:creationId xmlns:a16="http://schemas.microsoft.com/office/drawing/2014/main" id="{72A882F0-EC86-DC31-66AF-4B52286C1649}"/>
              </a:ext>
            </a:extLst>
          </p:cNvPr>
          <p:cNvSpPr/>
          <p:nvPr/>
        </p:nvSpPr>
        <p:spPr>
          <a:xfrm flipH="1" flipV="1">
            <a:off x="1911812" y="1611480"/>
            <a:ext cx="108000" cy="108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sp>
        <p:nvSpPr>
          <p:cNvPr id="49" name="Triangle 48">
            <a:extLst>
              <a:ext uri="{FF2B5EF4-FFF2-40B4-BE49-F238E27FC236}">
                <a16:creationId xmlns:a16="http://schemas.microsoft.com/office/drawing/2014/main" id="{7A1934E0-5D91-4956-041E-5624E8039AA8}"/>
              </a:ext>
            </a:extLst>
          </p:cNvPr>
          <p:cNvSpPr/>
          <p:nvPr/>
        </p:nvSpPr>
        <p:spPr>
          <a:xfrm flipH="1" flipV="1">
            <a:off x="1898681" y="1942926"/>
            <a:ext cx="108000" cy="108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sp>
        <p:nvSpPr>
          <p:cNvPr id="50" name="Triangle 49">
            <a:extLst>
              <a:ext uri="{FF2B5EF4-FFF2-40B4-BE49-F238E27FC236}">
                <a16:creationId xmlns:a16="http://schemas.microsoft.com/office/drawing/2014/main" id="{50F50E6D-6372-0C3A-A404-6DF2C6441975}"/>
              </a:ext>
            </a:extLst>
          </p:cNvPr>
          <p:cNvSpPr/>
          <p:nvPr/>
        </p:nvSpPr>
        <p:spPr>
          <a:xfrm flipH="1" flipV="1">
            <a:off x="1898681" y="2304301"/>
            <a:ext cx="108000" cy="108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53" name="Picture 5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CFD4A90-DD07-362A-2DB2-23B0F18A2C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8931" y="4453494"/>
            <a:ext cx="3294522" cy="1442590"/>
          </a:xfrm>
          <a:prstGeom prst="rect">
            <a:avLst/>
          </a:prstGeom>
        </p:spPr>
      </p:pic>
      <p:pic>
        <p:nvPicPr>
          <p:cNvPr id="54" name="Picture 4" descr="Ultimate Custom Scroll Bars Plugin | Bubble">
            <a:extLst>
              <a:ext uri="{FF2B5EF4-FFF2-40B4-BE49-F238E27FC236}">
                <a16:creationId xmlns:a16="http://schemas.microsoft.com/office/drawing/2014/main" id="{2FEE898B-FD44-5BB6-2807-FD11B30A2B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88" t="1010" r="44949" b="3408"/>
          <a:stretch>
            <a:fillRect/>
          </a:stretch>
        </p:blipFill>
        <p:spPr bwMode="auto">
          <a:xfrm rot="16200000" flipH="1">
            <a:off x="8357058" y="4307738"/>
            <a:ext cx="158274" cy="3339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1469FB-2077-D96D-D4A1-4E0E61379C0F}"/>
              </a:ext>
            </a:extLst>
          </p:cNvPr>
          <p:cNvCxnSpPr>
            <a:cxnSpLocks/>
          </p:cNvCxnSpPr>
          <p:nvPr/>
        </p:nvCxnSpPr>
        <p:spPr>
          <a:xfrm flipH="1">
            <a:off x="10099452" y="5977401"/>
            <a:ext cx="43637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96E5980-CFF4-FA47-9781-92BD010D005A}"/>
              </a:ext>
            </a:extLst>
          </p:cNvPr>
          <p:cNvCxnSpPr>
            <a:cxnSpLocks/>
          </p:cNvCxnSpPr>
          <p:nvPr/>
        </p:nvCxnSpPr>
        <p:spPr>
          <a:xfrm flipH="1">
            <a:off x="9752399" y="4234957"/>
            <a:ext cx="486920" cy="216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7" name="Picture 1026" descr="A graph with a red line and blue dots&#10;&#10;AI-generated content may be incorrect.">
            <a:extLst>
              <a:ext uri="{FF2B5EF4-FFF2-40B4-BE49-F238E27FC236}">
                <a16:creationId xmlns:a16="http://schemas.microsoft.com/office/drawing/2014/main" id="{8079C09B-030B-78A9-93D9-765DB8E5AE2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6517" y="4454365"/>
            <a:ext cx="1833000" cy="1496074"/>
          </a:xfrm>
          <a:prstGeom prst="rect">
            <a:avLst/>
          </a:prstGeom>
        </p:spPr>
      </p:pic>
      <p:sp>
        <p:nvSpPr>
          <p:cNvPr id="1030" name="TextBox 1029">
            <a:extLst>
              <a:ext uri="{FF2B5EF4-FFF2-40B4-BE49-F238E27FC236}">
                <a16:creationId xmlns:a16="http://schemas.microsoft.com/office/drawing/2014/main" id="{50506501-1424-A029-2106-D4350B66FC83}"/>
              </a:ext>
            </a:extLst>
          </p:cNvPr>
          <p:cNvSpPr txBox="1"/>
          <p:nvPr/>
        </p:nvSpPr>
        <p:spPr>
          <a:xfrm>
            <a:off x="5349250" y="6047728"/>
            <a:ext cx="224633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Scatter plot for comparing trends of different features for different countries/regions specified</a:t>
            </a:r>
          </a:p>
        </p:txBody>
      </p:sp>
      <p:cxnSp>
        <p:nvCxnSpPr>
          <p:cNvPr id="1031" name="Straight Arrow Connector 1030">
            <a:extLst>
              <a:ext uri="{FF2B5EF4-FFF2-40B4-BE49-F238E27FC236}">
                <a16:creationId xmlns:a16="http://schemas.microsoft.com/office/drawing/2014/main" id="{438813A0-106A-A9DD-FC5B-44BED4344FFB}"/>
              </a:ext>
            </a:extLst>
          </p:cNvPr>
          <p:cNvCxnSpPr>
            <a:cxnSpLocks/>
          </p:cNvCxnSpPr>
          <p:nvPr/>
        </p:nvCxnSpPr>
        <p:spPr>
          <a:xfrm flipV="1">
            <a:off x="5498818" y="5815198"/>
            <a:ext cx="0" cy="2992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3" name="Picture 1032" descr="A close-up of a sign&#10;&#10;AI-generated content may be incorrect.">
            <a:extLst>
              <a:ext uri="{FF2B5EF4-FFF2-40B4-BE49-F238E27FC236}">
                <a16:creationId xmlns:a16="http://schemas.microsoft.com/office/drawing/2014/main" id="{B86377F5-0162-D470-D7F8-55A248D7D3C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1449" t="24814" r="1353" b="5779"/>
          <a:stretch>
            <a:fillRect/>
          </a:stretch>
        </p:blipFill>
        <p:spPr>
          <a:xfrm>
            <a:off x="6026967" y="2189765"/>
            <a:ext cx="739565" cy="320437"/>
          </a:xfrm>
          <a:prstGeom prst="rect">
            <a:avLst/>
          </a:prstGeom>
        </p:spPr>
      </p:pic>
      <p:pic>
        <p:nvPicPr>
          <p:cNvPr id="1034" name="Picture 6" descr="Cursor - Free interface icons">
            <a:extLst>
              <a:ext uri="{FF2B5EF4-FFF2-40B4-BE49-F238E27FC236}">
                <a16:creationId xmlns:a16="http://schemas.microsoft.com/office/drawing/2014/main" id="{EB94334E-0747-2F17-EF52-21421DB79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199" y="2028720"/>
            <a:ext cx="171800" cy="1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TextBox 1034">
            <a:extLst>
              <a:ext uri="{FF2B5EF4-FFF2-40B4-BE49-F238E27FC236}">
                <a16:creationId xmlns:a16="http://schemas.microsoft.com/office/drawing/2014/main" id="{EF3348DA-CB24-CC31-4911-160DF8782B2E}"/>
              </a:ext>
            </a:extLst>
          </p:cNvPr>
          <p:cNvSpPr txBox="1"/>
          <p:nvPr/>
        </p:nvSpPr>
        <p:spPr>
          <a:xfrm>
            <a:off x="6396749" y="972218"/>
            <a:ext cx="10482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Show tooltip on brush</a:t>
            </a:r>
          </a:p>
        </p:txBody>
      </p:sp>
      <p:cxnSp>
        <p:nvCxnSpPr>
          <p:cNvPr id="1036" name="Straight Arrow Connector 1035">
            <a:extLst>
              <a:ext uri="{FF2B5EF4-FFF2-40B4-BE49-F238E27FC236}">
                <a16:creationId xmlns:a16="http://schemas.microsoft.com/office/drawing/2014/main" id="{112F1DE3-660B-545F-D0F0-8A7617EBC170}"/>
              </a:ext>
            </a:extLst>
          </p:cNvPr>
          <p:cNvCxnSpPr>
            <a:cxnSpLocks/>
            <a:stCxn id="1035" idx="2"/>
          </p:cNvCxnSpPr>
          <p:nvPr/>
        </p:nvCxnSpPr>
        <p:spPr>
          <a:xfrm flipH="1">
            <a:off x="6232484" y="1403105"/>
            <a:ext cx="688373" cy="730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2744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82</Words>
  <Application>Microsoft Macintosh PowerPoint</Application>
  <PresentationFormat>Widescreen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hrrysprk@student.ubc.ca</dc:creator>
  <cp:lastModifiedBy>Sapol Raadnui</cp:lastModifiedBy>
  <cp:revision>4</cp:revision>
  <dcterms:created xsi:type="dcterms:W3CDTF">2026-02-13T18:21:33Z</dcterms:created>
  <dcterms:modified xsi:type="dcterms:W3CDTF">2026-02-14T02:36:38Z</dcterms:modified>
</cp:coreProperties>
</file>